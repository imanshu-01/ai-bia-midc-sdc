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88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4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2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1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9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1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9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5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8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0F317-6B06-ACFA-834B-5ACFAA3F6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n-IN" sz="4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Paradigms in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1A026-1A1E-80BF-2F58-1FA5A5A68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996" y="1258199"/>
            <a:ext cx="7311136" cy="4240458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45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: Shape 205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CD7C1-4360-1C20-E1FE-1D131410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1440514"/>
            <a:ext cx="4718161" cy="83511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and Unsupervised  Learning</a:t>
            </a:r>
          </a:p>
        </p:txBody>
      </p:sp>
      <p:pic>
        <p:nvPicPr>
          <p:cNvPr id="2050" name="Picture 2" descr="Supervised vs. Unsupervised Learning [Differences &amp; Examples]">
            <a:extLst>
              <a:ext uri="{FF2B5EF4-FFF2-40B4-BE49-F238E27FC236}">
                <a16:creationId xmlns:a16="http://schemas.microsoft.com/office/drawing/2014/main" id="{50881107-95D9-DE83-BC47-7034B7DAB3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70495" y="841283"/>
            <a:ext cx="6174356" cy="497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B4AF1-F714-31D7-A3C0-7DAB7FFE9CDD}"/>
              </a:ext>
            </a:extLst>
          </p:cNvPr>
          <p:cNvSpPr txBox="1"/>
          <p:nvPr/>
        </p:nvSpPr>
        <p:spPr>
          <a:xfrm>
            <a:off x="347149" y="2515816"/>
            <a:ext cx="45281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a type of machine learning in which a model is trained against a labelled dataset.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a sort of machine learning in which the model is trained on data without explicit labels or predetermined outcomes.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3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462D-B5A2-C8E2-D194-D7FE81D7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27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D228A-374D-DB22-3006-0B5C331C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1665"/>
            <a:ext cx="11155680" cy="37673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overview of how it works: 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Data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model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the Model</a:t>
            </a:r>
          </a:p>
          <a:p>
            <a:pPr marL="514350" indent="-514350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Model</a:t>
            </a:r>
          </a:p>
        </p:txBody>
      </p:sp>
    </p:spTree>
    <p:extLst>
      <p:ext uri="{BB962C8B-B14F-4D97-AF65-F5344CB8AC3E}">
        <p14:creationId xmlns:p14="http://schemas.microsoft.com/office/powerpoint/2010/main" val="425458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20174-D995-B59B-C8FF-47565EC8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C702-CAA7-235C-F4C2-8C013611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58368"/>
            <a:ext cx="11155680" cy="86127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7B93B-7740-1F4A-37FA-5EB00A758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337637"/>
            <a:ext cx="11155680" cy="3767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overview of how it works: </a:t>
            </a:r>
          </a:p>
          <a:p>
            <a:pPr marL="514350" indent="-514350"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</a:t>
            </a:r>
          </a:p>
          <a:p>
            <a:pPr marL="514350" indent="-514350"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Data</a:t>
            </a:r>
          </a:p>
          <a:p>
            <a:pPr marL="514350" indent="-514350"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model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Train the Model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Evaluate the Results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and Use the Findings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95A27-487F-50F8-188D-5FC07DC46A23}"/>
              </a:ext>
            </a:extLst>
          </p:cNvPr>
          <p:cNvSpPr txBox="1"/>
          <p:nvPr/>
        </p:nvSpPr>
        <p:spPr>
          <a:xfrm>
            <a:off x="881742" y="3221301"/>
            <a:ext cx="314701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67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1A03F-E4C3-C2D3-6266-FAC0D8D7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1" y="429879"/>
            <a:ext cx="4114800" cy="1198735"/>
          </a:xfrm>
        </p:spPr>
        <p:txBody>
          <a:bodyPr anchor="b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88C42-6199-F208-FAF6-F057B824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9" y="2575203"/>
            <a:ext cx="3200400" cy="2816352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is branch of machine learning solves complicated issues by utilizing multi-layered neural networks.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What Is Deep Learning and How Does It ...">
            <a:extLst>
              <a:ext uri="{FF2B5EF4-FFF2-40B4-BE49-F238E27FC236}">
                <a16:creationId xmlns:a16="http://schemas.microsoft.com/office/drawing/2014/main" id="{F04BD470-69C6-E667-CECC-CEFBD397D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893" y="1401124"/>
            <a:ext cx="8266487" cy="4055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45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B63E-5C5F-C0F7-AA5A-DBA0E3AE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13094"/>
            <a:ext cx="11155680" cy="8612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Breakdown of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ACC4D-EE99-B014-1484-8E6F12144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77578"/>
            <a:ext cx="11155680" cy="3767328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Layer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Hidden Layers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Output Layer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Forward Propagation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Loss Function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397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644C7-D880-A1B0-F252-BC5C1D8F6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827314"/>
            <a:ext cx="11155680" cy="5518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Optimisation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Types of Deep Learning Models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Feedforward Neural Networks (FNNs)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Convolutional Neural Networks (CNNs)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Recurrent Neural Networks (RNNs)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Networks with Long Short-Term Memory (LSTMs)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Transformers</a:t>
            </a:r>
          </a:p>
        </p:txBody>
      </p:sp>
    </p:spTree>
    <p:extLst>
      <p:ext uri="{BB962C8B-B14F-4D97-AF65-F5344CB8AC3E}">
        <p14:creationId xmlns:p14="http://schemas.microsoft.com/office/powerpoint/2010/main" val="43885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13C6E-A94E-B0AE-3F56-7EB677072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51" y="1076379"/>
            <a:ext cx="11155680" cy="5661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Applications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and Video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Natural Language Processing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Speech Recognition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Healthcare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Challenges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requirements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Computational Resources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Interpretability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2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83659F-D932-456B-0A80-95B52B824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1" y="731929"/>
            <a:ext cx="11495315" cy="576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99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85E13E-A416-05BB-9D13-D179940E0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142" y="780893"/>
            <a:ext cx="10820401" cy="582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24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36103-7DAD-0927-00EC-CA7322254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371" y="869043"/>
            <a:ext cx="10744200" cy="3767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6DD116-1185-88A1-06A0-659B99626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29" y="4636181"/>
            <a:ext cx="1045028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9950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237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Bierstadt</vt:lpstr>
      <vt:lpstr>Times New Roman</vt:lpstr>
      <vt:lpstr>Wingdings</vt:lpstr>
      <vt:lpstr>GestaltVTI</vt:lpstr>
      <vt:lpstr>Learning Paradigms in AI</vt:lpstr>
      <vt:lpstr>Supervised and Unsupervised  Learning</vt:lpstr>
      <vt:lpstr>Supervised Learning</vt:lpstr>
      <vt:lpstr>Unsupervised Learning</vt:lpstr>
      <vt:lpstr>Deep Learning </vt:lpstr>
      <vt:lpstr>Breakdown of Deep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Trupti Anant Bidwai</dc:creator>
  <cp:lastModifiedBy>Trupti Anant Bidwai</cp:lastModifiedBy>
  <cp:revision>10</cp:revision>
  <dcterms:created xsi:type="dcterms:W3CDTF">2025-10-20T05:33:15Z</dcterms:created>
  <dcterms:modified xsi:type="dcterms:W3CDTF">2025-10-25T06:13:00Z</dcterms:modified>
</cp:coreProperties>
</file>